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720263" cy="1000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213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637819"/>
            <a:ext cx="8262224" cy="3484127"/>
          </a:xfrm>
        </p:spPr>
        <p:txBody>
          <a:bodyPr anchor="b"/>
          <a:lstStyle>
            <a:lvl1pPr algn="ctr"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5256307"/>
            <a:ext cx="7290197" cy="2416186"/>
          </a:xfrm>
        </p:spPr>
        <p:txBody>
          <a:bodyPr/>
          <a:lstStyle>
            <a:lvl1pPr marL="0" indent="0" algn="ctr">
              <a:buNone/>
              <a:defRPr sz="2551"/>
            </a:lvl1pPr>
            <a:lvl2pPr marL="486004" indent="0" algn="ctr">
              <a:buNone/>
              <a:defRPr sz="2126"/>
            </a:lvl2pPr>
            <a:lvl3pPr marL="972007" indent="0" algn="ctr">
              <a:buNone/>
              <a:defRPr sz="1913"/>
            </a:lvl3pPr>
            <a:lvl4pPr marL="1458011" indent="0" algn="ctr">
              <a:buNone/>
              <a:defRPr sz="1701"/>
            </a:lvl4pPr>
            <a:lvl5pPr marL="1944014" indent="0" algn="ctr">
              <a:buNone/>
              <a:defRPr sz="1701"/>
            </a:lvl5pPr>
            <a:lvl6pPr marL="2430018" indent="0" algn="ctr">
              <a:buNone/>
              <a:defRPr sz="1701"/>
            </a:lvl6pPr>
            <a:lvl7pPr marL="2916022" indent="0" algn="ctr">
              <a:buNone/>
              <a:defRPr sz="1701"/>
            </a:lvl7pPr>
            <a:lvl8pPr marL="3402025" indent="0" algn="ctr">
              <a:buNone/>
              <a:defRPr sz="1701"/>
            </a:lvl8pPr>
            <a:lvl9pPr marL="3888029" indent="0" algn="ctr">
              <a:buNone/>
              <a:defRPr sz="17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28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8994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2494953"/>
            <a:ext cx="8383727" cy="4162883"/>
          </a:xfrm>
        </p:spPr>
        <p:txBody>
          <a:bodyPr anchor="b"/>
          <a:lstStyle>
            <a:lvl1pPr>
              <a:defRPr sz="63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6697218"/>
            <a:ext cx="8383727" cy="2189162"/>
          </a:xfrm>
        </p:spPr>
        <p:txBody>
          <a:bodyPr/>
          <a:lstStyle>
            <a:lvl1pPr marL="0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1pPr>
            <a:lvl2pPr marL="486004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2pPr>
            <a:lvl3pPr marL="972007" indent="0">
              <a:buNone/>
              <a:defRPr sz="1913">
                <a:solidFill>
                  <a:schemeClr val="tx1">
                    <a:tint val="82000"/>
                  </a:schemeClr>
                </a:solidFill>
              </a:defRPr>
            </a:lvl3pPr>
            <a:lvl4pPr marL="1458011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4pPr>
            <a:lvl5pPr marL="1944014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5pPr>
            <a:lvl6pPr marL="2430018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6pPr>
            <a:lvl7pPr marL="2916022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7pPr>
            <a:lvl8pPr marL="3402025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8pPr>
            <a:lvl9pPr marL="3888029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7659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2664060"/>
            <a:ext cx="4131112" cy="6349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2664060"/>
            <a:ext cx="4131112" cy="6349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065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532814"/>
            <a:ext cx="8383727" cy="193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2453253"/>
            <a:ext cx="4112126" cy="120230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3655554"/>
            <a:ext cx="4112126" cy="5376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2453253"/>
            <a:ext cx="4132378" cy="1202301"/>
          </a:xfrm>
        </p:spPr>
        <p:txBody>
          <a:bodyPr anchor="b"/>
          <a:lstStyle>
            <a:lvl1pPr marL="0" indent="0">
              <a:buNone/>
              <a:defRPr sz="2551" b="1"/>
            </a:lvl1pPr>
            <a:lvl2pPr marL="486004" indent="0">
              <a:buNone/>
              <a:defRPr sz="2126" b="1"/>
            </a:lvl2pPr>
            <a:lvl3pPr marL="972007" indent="0">
              <a:buNone/>
              <a:defRPr sz="1913" b="1"/>
            </a:lvl3pPr>
            <a:lvl4pPr marL="1458011" indent="0">
              <a:buNone/>
              <a:defRPr sz="1701" b="1"/>
            </a:lvl4pPr>
            <a:lvl5pPr marL="1944014" indent="0">
              <a:buNone/>
              <a:defRPr sz="1701" b="1"/>
            </a:lvl5pPr>
            <a:lvl6pPr marL="2430018" indent="0">
              <a:buNone/>
              <a:defRPr sz="1701" b="1"/>
            </a:lvl6pPr>
            <a:lvl7pPr marL="2916022" indent="0">
              <a:buNone/>
              <a:defRPr sz="1701" b="1"/>
            </a:lvl7pPr>
            <a:lvl8pPr marL="3402025" indent="0">
              <a:buNone/>
              <a:defRPr sz="1701" b="1"/>
            </a:lvl8pPr>
            <a:lvl9pPr marL="3888029" indent="0">
              <a:buNone/>
              <a:defRPr sz="17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3655554"/>
            <a:ext cx="4132378" cy="5376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21617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64186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800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667173"/>
            <a:ext cx="3135038" cy="2335107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1440911"/>
            <a:ext cx="4920883" cy="7111882"/>
          </a:xfrm>
        </p:spPr>
        <p:txBody>
          <a:bodyPr/>
          <a:lstStyle>
            <a:lvl1pPr>
              <a:defRPr sz="3402"/>
            </a:lvl1pPr>
            <a:lvl2pPr>
              <a:defRPr sz="2976"/>
            </a:lvl2pPr>
            <a:lvl3pPr>
              <a:defRPr sz="2551"/>
            </a:lvl3pPr>
            <a:lvl4pPr>
              <a:defRPr sz="2126"/>
            </a:lvl4pPr>
            <a:lvl5pPr>
              <a:defRPr sz="2126"/>
            </a:lvl5pPr>
            <a:lvl6pPr>
              <a:defRPr sz="2126"/>
            </a:lvl6pPr>
            <a:lvl7pPr>
              <a:defRPr sz="2126"/>
            </a:lvl7pPr>
            <a:lvl8pPr>
              <a:defRPr sz="2126"/>
            </a:lvl8pPr>
            <a:lvl9pPr>
              <a:defRPr sz="21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002280"/>
            <a:ext cx="3135038" cy="556209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8647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667173"/>
            <a:ext cx="3135038" cy="2335107"/>
          </a:xfrm>
        </p:spPr>
        <p:txBody>
          <a:bodyPr anchor="b"/>
          <a:lstStyle>
            <a:lvl1pPr>
              <a:defRPr sz="34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1440911"/>
            <a:ext cx="4920883" cy="7111882"/>
          </a:xfrm>
        </p:spPr>
        <p:txBody>
          <a:bodyPr anchor="t"/>
          <a:lstStyle>
            <a:lvl1pPr marL="0" indent="0">
              <a:buNone/>
              <a:defRPr sz="3402"/>
            </a:lvl1pPr>
            <a:lvl2pPr marL="486004" indent="0">
              <a:buNone/>
              <a:defRPr sz="2976"/>
            </a:lvl2pPr>
            <a:lvl3pPr marL="972007" indent="0">
              <a:buNone/>
              <a:defRPr sz="2551"/>
            </a:lvl3pPr>
            <a:lvl4pPr marL="1458011" indent="0">
              <a:buNone/>
              <a:defRPr sz="2126"/>
            </a:lvl4pPr>
            <a:lvl5pPr marL="1944014" indent="0">
              <a:buNone/>
              <a:defRPr sz="2126"/>
            </a:lvl5pPr>
            <a:lvl6pPr marL="2430018" indent="0">
              <a:buNone/>
              <a:defRPr sz="2126"/>
            </a:lvl6pPr>
            <a:lvl7pPr marL="2916022" indent="0">
              <a:buNone/>
              <a:defRPr sz="2126"/>
            </a:lvl7pPr>
            <a:lvl8pPr marL="3402025" indent="0">
              <a:buNone/>
              <a:defRPr sz="2126"/>
            </a:lvl8pPr>
            <a:lvl9pPr marL="3888029" indent="0">
              <a:buNone/>
              <a:defRPr sz="212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3002280"/>
            <a:ext cx="3135038" cy="5562095"/>
          </a:xfrm>
        </p:spPr>
        <p:txBody>
          <a:bodyPr/>
          <a:lstStyle>
            <a:lvl1pPr marL="0" indent="0">
              <a:buNone/>
              <a:defRPr sz="1701"/>
            </a:lvl1pPr>
            <a:lvl2pPr marL="486004" indent="0">
              <a:buNone/>
              <a:defRPr sz="1488"/>
            </a:lvl2pPr>
            <a:lvl3pPr marL="972007" indent="0">
              <a:buNone/>
              <a:defRPr sz="1276"/>
            </a:lvl3pPr>
            <a:lvl4pPr marL="1458011" indent="0">
              <a:buNone/>
              <a:defRPr sz="1063"/>
            </a:lvl4pPr>
            <a:lvl5pPr marL="1944014" indent="0">
              <a:buNone/>
              <a:defRPr sz="1063"/>
            </a:lvl5pPr>
            <a:lvl6pPr marL="2430018" indent="0">
              <a:buNone/>
              <a:defRPr sz="1063"/>
            </a:lvl6pPr>
            <a:lvl7pPr marL="2916022" indent="0">
              <a:buNone/>
              <a:defRPr sz="1063"/>
            </a:lvl7pPr>
            <a:lvl8pPr marL="3402025" indent="0">
              <a:buNone/>
              <a:defRPr sz="1063"/>
            </a:lvl8pPr>
            <a:lvl9pPr marL="3888029" indent="0">
              <a:buNone/>
              <a:defRPr sz="10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799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850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532812"/>
            <a:ext cx="2095932" cy="84809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532812"/>
            <a:ext cx="6166292" cy="84809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094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532814"/>
            <a:ext cx="8383727" cy="193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2664060"/>
            <a:ext cx="8383727" cy="634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9275565"/>
            <a:ext cx="2187059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1F1DC-6BC1-49EF-9086-14FB96FD79C2}" type="datetimeFigureOut">
              <a:rPr lang="en-CH" smtClean="0"/>
              <a:t>09.03.2026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9275565"/>
            <a:ext cx="3280589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9275565"/>
            <a:ext cx="2187059" cy="5328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BAC05-435B-4EA1-AB9D-24093B8BECB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498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72007" rtl="0" eaLnBrk="1" latinLnBrk="0" hangingPunct="1">
        <a:lnSpc>
          <a:spcPct val="90000"/>
        </a:lnSpc>
        <a:spcBef>
          <a:spcPct val="0"/>
        </a:spcBef>
        <a:buNone/>
        <a:defRPr sz="46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2" indent="-243002" algn="l" defTabSz="972007" rtl="0" eaLnBrk="1" latinLnBrk="0" hangingPunct="1">
        <a:lnSpc>
          <a:spcPct val="90000"/>
        </a:lnSpc>
        <a:spcBef>
          <a:spcPts val="1063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29005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15009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70101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2187016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3159023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645027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4131031" indent="-243002" algn="l" defTabSz="972007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1pPr>
      <a:lvl2pPr marL="48600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2pPr>
      <a:lvl3pPr marL="972007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3pPr>
      <a:lvl4pPr marL="1458011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4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5pPr>
      <a:lvl6pPr marL="2430018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6pPr>
      <a:lvl7pPr marL="2916022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7pPr>
      <a:lvl8pPr marL="3402025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8pPr>
      <a:lvl9pPr marL="3888029" algn="l" defTabSz="972007" rtl="0" eaLnBrk="1" latinLnBrk="0" hangingPunct="1">
        <a:defRPr sz="19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BA65CF-FC64-50F4-E556-3D466686C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5066"/>
            <a:ext cx="9595179" cy="58825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A20471A-8A0B-A7A6-9F7C-43324B3DC064}"/>
              </a:ext>
            </a:extLst>
          </p:cNvPr>
          <p:cNvSpPr/>
          <p:nvPr/>
        </p:nvSpPr>
        <p:spPr>
          <a:xfrm>
            <a:off x="1591726" y="1368488"/>
            <a:ext cx="253973" cy="284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6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9D03F4-DE2D-9D91-D330-7BC0CD96807F}"/>
              </a:ext>
            </a:extLst>
          </p:cNvPr>
          <p:cNvGrpSpPr/>
          <p:nvPr/>
        </p:nvGrpSpPr>
        <p:grpSpPr>
          <a:xfrm>
            <a:off x="564732" y="0"/>
            <a:ext cx="8590798" cy="3734871"/>
            <a:chOff x="672421" y="1478280"/>
            <a:chExt cx="10275895" cy="4247383"/>
          </a:xfrm>
        </p:grpSpPr>
        <p:pic>
          <p:nvPicPr>
            <p:cNvPr id="6" name="Picture 5" descr="A diagram of a diagram of a diagram&#10;&#10;AI-generated content may be incorrect.">
              <a:extLst>
                <a:ext uri="{FF2B5EF4-FFF2-40B4-BE49-F238E27FC236}">
                  <a16:creationId xmlns:a16="http://schemas.microsoft.com/office/drawing/2014/main" id="{7EC50946-8D7C-0EE2-CCDC-1E2E61972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405" r="2778" b="53035"/>
            <a:stretch>
              <a:fillRect/>
            </a:stretch>
          </p:blipFill>
          <p:spPr>
            <a:xfrm>
              <a:off x="672421" y="1478280"/>
              <a:ext cx="10275895" cy="424738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7FEAC3-F14E-30D6-4DEA-045E771471BF}"/>
                </a:ext>
              </a:extLst>
            </p:cNvPr>
            <p:cNvSpPr/>
            <p:nvPr/>
          </p:nvSpPr>
          <p:spPr>
            <a:xfrm>
              <a:off x="858520" y="1478280"/>
              <a:ext cx="370637" cy="364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26"/>
            </a:p>
          </p:txBody>
        </p:sp>
      </p:grpSp>
    </p:spTree>
    <p:extLst>
      <p:ext uri="{BB962C8B-B14F-4D97-AF65-F5344CB8AC3E}">
        <p14:creationId xmlns:p14="http://schemas.microsoft.com/office/powerpoint/2010/main" val="66674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Juliette Bénon</dc:creator>
  <cp:lastModifiedBy>Juliette Bénon</cp:lastModifiedBy>
  <cp:revision>3</cp:revision>
  <dcterms:created xsi:type="dcterms:W3CDTF">2026-03-09T09:12:34Z</dcterms:created>
  <dcterms:modified xsi:type="dcterms:W3CDTF">2026-03-09T09:21:32Z</dcterms:modified>
</cp:coreProperties>
</file>